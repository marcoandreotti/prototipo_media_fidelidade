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Checklist de Entrega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58C4D31-AA2D-07CE-BDB1-D103D2E55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863668"/>
            <a:ext cx="4724400" cy="17976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Autoavaliação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b="1" dirty="0"/>
              <a:t>Checklist de Entrega — Autoavaliação Final</a:t>
            </a:r>
          </a:p>
          <a:p>
            <a:pPr marL="0" indent="0">
              <a:buNone/>
            </a:pPr>
            <a:endParaRPr lang="pt-BR" sz="1400" b="1" dirty="0"/>
          </a:p>
          <a:p>
            <a:r>
              <a:rPr lang="pt-BR" sz="1400" b="1" dirty="0"/>
              <a:t>Persona:</a:t>
            </a:r>
            <a:br>
              <a:rPr lang="pt-BR" sz="1400" dirty="0"/>
            </a:br>
            <a:r>
              <a:rPr lang="pt-BR" sz="1400" dirty="0"/>
              <a:t>As informações estão completas, coerentes com o público definido e alinhadas aos objetivos do aplicativo. A persona foi construída com foco em desafios reais e necessidades claras, evitando descrições genéricas.</a:t>
            </a:r>
          </a:p>
          <a:p>
            <a:r>
              <a:rPr lang="pt-BR" sz="1400" b="1" dirty="0"/>
              <a:t>Mapa da Jornada:</a:t>
            </a:r>
            <a:br>
              <a:rPr lang="pt-BR" sz="1400" dirty="0"/>
            </a:br>
            <a:r>
              <a:rPr lang="pt-BR" sz="1400" dirty="0"/>
              <a:t>O mapa contempla as seis etapas propostas, desde identidade até ações concretas. As fases estão conectadas de forma lógica e refletem a evolução da persona ao longo do processo.</a:t>
            </a:r>
          </a:p>
          <a:p>
            <a:r>
              <a:rPr lang="pt-BR" sz="1400" b="1" dirty="0"/>
              <a:t>Análise Reflexiva:</a:t>
            </a:r>
            <a:br>
              <a:rPr lang="pt-BR" sz="1400" dirty="0"/>
            </a:br>
            <a:r>
              <a:rPr lang="pt-BR" sz="1400" dirty="0"/>
              <a:t>A reflexão demonstrou pensamento crítico, identificação de pontos fortes e reconhecimento de oportunidades de melhoria, especialmente em relação à simplificação de fluxos e aprofundamento em acessibilidade.</a:t>
            </a:r>
          </a:p>
          <a:p>
            <a:r>
              <a:rPr lang="pt-BR" sz="1400" b="1" dirty="0"/>
              <a:t>Apresentação Visual:</a:t>
            </a:r>
            <a:br>
              <a:rPr lang="pt-BR" sz="1400" dirty="0"/>
            </a:br>
            <a:r>
              <a:rPr lang="pt-BR" sz="1400" dirty="0"/>
              <a:t>O material foi organizado de forma estruturada, com hierarquia clara, padronização visual e consistência entre as partes do projeto.</a:t>
            </a:r>
          </a:p>
          <a:p>
            <a:r>
              <a:rPr lang="pt-BR" sz="1400" b="1" dirty="0"/>
              <a:t>Originalidade:</a:t>
            </a:r>
            <a:br>
              <a:rPr lang="pt-BR" sz="1400" dirty="0"/>
            </a:br>
            <a:r>
              <a:rPr lang="pt-BR" sz="1400" dirty="0"/>
              <a:t>A análise é pessoal e fundamentada nas decisões tomadas ao longo do projeto, evitando respostas superficiais ou genéricas.</a:t>
            </a:r>
          </a:p>
          <a:p>
            <a:endParaRPr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/>
              <a:t>Projeto</a:t>
            </a:r>
            <a:r>
              <a:rPr lang="pt-BR" dirty="0"/>
              <a:t> </a:t>
            </a:r>
            <a:r>
              <a:rPr lang="pt-BR" dirty="0">
                <a:solidFill>
                  <a:srgbClr val="0070C0"/>
                </a:solidFill>
              </a:rPr>
              <a:t>EVOLUA</a:t>
            </a:r>
            <a:r>
              <a:rPr lang="pt-BR" dirty="0"/>
              <a:t> – </a:t>
            </a:r>
            <a:r>
              <a:rPr lang="pt-BR" sz="3600" dirty="0"/>
              <a:t>Ideia refinada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Insira aqui a imagem (Persona ou Mapa da Jornada)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F2AACA1-2B11-7058-EE08-DC7D7AD5E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82" y="2201097"/>
            <a:ext cx="7382436" cy="27780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182</Words>
  <Application>Microsoft Office PowerPoint</Application>
  <PresentationFormat>Apresentação na tela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Checklist de Entrega</vt:lpstr>
      <vt:lpstr>Autoavaliação</vt:lpstr>
      <vt:lpstr>Projeto EVOLUA – Ideia refinada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A Andreotti</cp:lastModifiedBy>
  <cp:revision>2</cp:revision>
  <dcterms:created xsi:type="dcterms:W3CDTF">2013-01-27T09:14:16Z</dcterms:created>
  <dcterms:modified xsi:type="dcterms:W3CDTF">2026-02-17T14:32:01Z</dcterms:modified>
  <cp:category/>
</cp:coreProperties>
</file>